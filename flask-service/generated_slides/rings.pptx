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78281F"/>
                </a:solidFill>
              </a:defRPr>
            </a:pPr>
            <a:r>
              <a:t>The Multi-Faceted World of Rings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The_Multi_Faceted_World_of_R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3775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Planetary 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Composed of billions of ice and rock particles.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Saturn possesses the most extensive ring system.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Formed from shattered comets, asteroids, or ancient moons.</a:t>
            </a:r>
          </a:p>
        </p:txBody>
      </p:sp>
      <p:pic>
        <p:nvPicPr>
          <p:cNvPr id="4" name="Picture 3" descr="Planetary_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8100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Nature's History: Tree 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Each ring represents one year of a tree's growth.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Width indicates environmental conditions and climate variations.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Used by scientists to reconstruct historical weather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Algebraic Ring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Abstract structures containing elements with two operations.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Must support addition and multiplication properties.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Fundamental to modern cryptography and computer science.</a:t>
            </a:r>
          </a:p>
        </p:txBody>
      </p:sp>
      <p:pic>
        <p:nvPicPr>
          <p:cNvPr id="4" name="Picture 3" descr="Algebraic_Ring_The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Symbols of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Circular shape symbolizes eternity, having no beginning or end.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Historically used as seals to authenticate official documents.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Modern exchange signifies commitment, love, and partnership.</a:t>
            </a:r>
          </a:p>
        </p:txBody>
      </p:sp>
      <p:pic>
        <p:nvPicPr>
          <p:cNvPr id="4" name="Picture 3" descr="Symbols_of_Conn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9991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Urban Ring Roads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Circumferential highways designed to bypass congested city centers.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Redirect heavy through-traffic away from urban cores.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Improve regional connectivity and reduce overall travel times.</a:t>
            </a:r>
          </a:p>
        </p:txBody>
      </p:sp>
      <p:pic>
        <p:nvPicPr>
          <p:cNvPr id="4" name="Picture 3" descr="Urban_Ring_Roa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