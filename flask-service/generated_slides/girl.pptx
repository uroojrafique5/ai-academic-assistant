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B4332"/>
                </a:solidFill>
              </a:defRPr>
            </a:pPr>
            <a:r>
              <a:t>Empowering Girls: Shaping Our Collective Future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B4332"/>
                </a:solidFill>
              </a:defRPr>
            </a:pPr>
            <a:r>
              <a:t>The Power of Girlhood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A unique developmental phase of creativity, growth, and learning.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Diverse cultural experiences shaping identity and voice worldwide.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Unlocking potential creates strong foundations for future communities.</a:t>
            </a:r>
          </a:p>
        </p:txBody>
      </p:sp>
      <p:pic>
        <p:nvPicPr>
          <p:cNvPr id="4" name="Picture 3" descr="The_Power_of_Girlho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B4332"/>
                </a:solidFill>
              </a:defRPr>
            </a:pPr>
            <a:r>
              <a:t>Education as a Catalyst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Educating girls builds stronger families and boosts local economies.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Reduces poverty rates and improves maternal health outcomes globally.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Access to STEM subjects fosters innovative future leaders.</a:t>
            </a:r>
          </a:p>
        </p:txBody>
      </p:sp>
      <p:pic>
        <p:nvPicPr>
          <p:cNvPr id="4" name="Picture 3" descr="Education_as_a_Cataly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6261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B4332"/>
                </a:solidFill>
              </a:defRPr>
            </a:pPr>
            <a:r>
              <a:t>Leading the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Young women are spearheading climate action and social justice.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Breaking barriers in sports, science, business, and politics.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Inspirational role models pave the way for future generations.</a:t>
            </a:r>
          </a:p>
        </p:txBody>
      </p:sp>
      <p:pic>
        <p:nvPicPr>
          <p:cNvPr id="4" name="Picture 3" descr="Leading_the_Chan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B4332"/>
                </a:solidFill>
              </a:defRPr>
            </a:pPr>
            <a:r>
              <a:t>Investing in Her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Ensuring equal access to safe and quality education.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Mentoring young girls to build confidence and leadership skills.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Creating safe spaces and advocating for equal rights.</a:t>
            </a:r>
          </a:p>
        </p:txBody>
      </p:sp>
      <p:pic>
        <p:nvPicPr>
          <p:cNvPr id="4" name="Picture 3" descr="Investing_in_Her_Fu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