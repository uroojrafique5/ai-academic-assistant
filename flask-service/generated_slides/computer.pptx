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78281F"/>
                </a:solidFill>
              </a:defRPr>
            </a:pPr>
            <a:r>
              <a:t>The Evolution and Impact of Computers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he_Evolution_and_Impact_of_C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526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The Evolution of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Early computers filled entire rooms and used vacuum tubes.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Microprocessors enabled the rise of personal home computers.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Today's devices are pocket-sized with immense processing power.</a:t>
            </a:r>
          </a:p>
        </p:txBody>
      </p:sp>
      <p:pic>
        <p:nvPicPr>
          <p:cNvPr id="4" name="Picture 3" descr="The_Evolution_of_Compu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914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How Computers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The CPU acts as the brain, executing instructions.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RAM provides temporary memory for active tasks.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Storage drives permanently save files, operating systems, and programs.</a:t>
            </a:r>
          </a:p>
        </p:txBody>
      </p:sp>
      <p:pic>
        <p:nvPicPr>
          <p:cNvPr id="4" name="Picture 3" descr="How_Computers_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Shaping the Digital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Global networks instantly connect billions of people daily.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Cloud computing allows seamless access to data anywhere.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Artificial intelligence is redefining problem-solving and automation.</a:t>
            </a:r>
          </a:p>
        </p:txBody>
      </p:sp>
      <p:pic>
        <p:nvPicPr>
          <p:cNvPr id="4" name="Picture 3" descr="Shaping_the_Digital_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706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