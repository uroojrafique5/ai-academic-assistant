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Understanding Global Poverty: Causes, Impacts, and Solutions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Defining Poverty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Absolute poverty is the lack of basic human needs.</a:t>
            </a:r>
          </a:p>
          <a:p>
            <a:pPr>
              <a:defRPr sz="2000"/>
            </a:pPr>
            <a:r>
              <a:t>Relative poverty measures income inequality within a specific society.</a:t>
            </a:r>
          </a:p>
          <a:p>
            <a:pPr>
              <a:defRPr sz="2000"/>
            </a:pPr>
            <a:r>
              <a:t>Multidimensional poverty includes lack of healthcare, education, and clean water.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Global Landscape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Over 700 million people live in extreme poverty globally.</a:t>
            </a:r>
          </a:p>
          <a:p>
            <a:pPr>
              <a:defRPr sz="2000"/>
            </a:pPr>
            <a:r>
              <a:t>Sub-Saharan Africa and South Asia experience the highest rates.</a:t>
            </a:r>
          </a:p>
          <a:p>
            <a:pPr>
              <a:defRPr sz="2000"/>
            </a:pPr>
            <a:r>
              <a:t>Children are disproportionately affected by extreme poverty worldwide.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Root Causes of Poverty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Lack of access to quality education limits future opportunities.</a:t>
            </a:r>
          </a:p>
          <a:p>
            <a:pPr>
              <a:defRPr sz="2000"/>
            </a:pPr>
            <a:r>
              <a:t>Systemic inequality and discrimination marginalize vulnerable communities.</a:t>
            </a:r>
          </a:p>
          <a:p>
            <a:pPr>
              <a:defRPr sz="2000"/>
            </a:pPr>
            <a:r>
              <a:t>Conflict, instability, and climate change disrupt local economies.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Cycle and Consequences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Malnutrition and poor healthcare access reduce life expectancy.</a:t>
            </a:r>
          </a:p>
          <a:p>
            <a:pPr>
              <a:defRPr sz="2000"/>
            </a:pPr>
            <a:r>
              <a:t>Inability to afford schooling perpetuates the intergenerational cycle.</a:t>
            </a:r>
          </a:p>
          <a:p>
            <a:pPr>
              <a:defRPr sz="2000"/>
            </a:pPr>
            <a:r>
              <a:t>Inadequate housing increases vulnerability to diseases and disasters.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Pathways to Solutions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Investing in quality education breaks the cycle of poverty.</a:t>
            </a:r>
          </a:p>
          <a:p>
            <a:pPr>
              <a:defRPr sz="2000"/>
            </a:pPr>
            <a:r>
              <a:t>Expanding social safety nets provides crucial support for families.</a:t>
            </a:r>
          </a:p>
          <a:p>
            <a:pPr>
              <a:defRPr sz="2000"/>
            </a:pPr>
            <a:r>
              <a:t>Fostering inclusive economic growth creates sustainable job opportunities.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