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Algorithms that learn patterns from data without explicit programming.</a:t>
            </a:r>
          </a:p>
          <a:p>
            <a:pPr>
              <a:defRPr sz="2000"/>
            </a:pPr>
            <a:r>
              <a:t>Enables computers to make decisions and improve over time.</a:t>
            </a:r>
          </a:p>
          <a:p>
            <a:pPr>
              <a:defRPr sz="2000"/>
            </a:pPr>
            <a:r>
              <a:t>Powers modern technologies like search engines and predictive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Machine Learning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Feed historical data into an algorithm to train a model.</a:t>
            </a:r>
          </a:p>
          <a:p>
            <a:pPr>
              <a:defRPr sz="2000"/>
            </a:pPr>
            <a:r>
              <a:t>The model identifies correlations and relationships within the dataset.</a:t>
            </a:r>
          </a:p>
          <a:p>
            <a:pPr>
              <a:defRPr sz="2000"/>
            </a:pPr>
            <a:r>
              <a:t>New data is inputted to generate predictions or classifications.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Main Types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Supervised Learning: Training with labeled data and guided feedback.</a:t>
            </a:r>
          </a:p>
          <a:p>
            <a:pPr>
              <a:defRPr sz="2000"/>
            </a:pPr>
            <a:r>
              <a:t>Unsupervised Learning: Discovering hidden patterns in unlabeled data automatically.</a:t>
            </a:r>
          </a:p>
          <a:p>
            <a:pPr>
              <a:defRPr sz="2000"/>
            </a:pPr>
            <a:r>
              <a:t>Reinforcement Learning: Training agents through trial, error, and rewards.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Personalized recommendations on Netflix, Spotify, and e-commerce sites.</a:t>
            </a:r>
          </a:p>
          <a:p>
            <a:pPr>
              <a:defRPr sz="2000"/>
            </a:pPr>
            <a:r>
              <a:t>Smart assistants like Siri and Alexa understanding natural language.</a:t>
            </a:r>
          </a:p>
          <a:p>
            <a:pPr>
              <a:defRPr sz="2000"/>
            </a:pPr>
            <a:r>
              <a:t>Computer vision powering self-driving cars and facial recognition.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