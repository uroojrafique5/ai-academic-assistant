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E1E1E"/>
                </a:solidFill>
              </a:defRPr>
            </a:pPr>
            <a:r>
              <a:t>mobile uses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mobile_u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440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Overview of mobile uses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Why it matters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What we'll cover</a:t>
            </a:r>
          </a:p>
        </p:txBody>
      </p:sp>
      <p:pic>
        <p:nvPicPr>
          <p:cNvPr id="4" name="Picture 3" descr="Introdu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Main point one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Main point two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Main point three</a:t>
            </a:r>
          </a:p>
        </p:txBody>
      </p:sp>
      <p:pic>
        <p:nvPicPr>
          <p:cNvPr id="4" name="Picture 3" descr="Key_Concep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Real-world use case 1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Real-world use case 2</a:t>
            </a:r>
          </a:p>
        </p:txBody>
      </p:sp>
      <p:pic>
        <p:nvPicPr>
          <p:cNvPr id="4" name="Picture 3" descr="Applic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942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C3C3C"/>
                </a:solidFill>
              </a:defRPr>
            </a:pPr>
            <a:r>
              <a:t>Summary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Key takeaways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Questions?</a:t>
            </a:r>
          </a:p>
        </p:txBody>
      </p:sp>
      <p:pic>
        <p:nvPicPr>
          <p:cNvPr id="4" name="Picture 3" descr="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5370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