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1E1E1E"/>
                </a:solidFill>
              </a:defRPr>
            </a:pPr>
            <a:r>
              <a:t>Discovering Pakistan: Land of Diversity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1E1E"/>
                </a:solidFill>
              </a:defRPr>
            </a:pPr>
            <a:r>
              <a:t>Introduction to Pakistan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Located in South Asia with highly strategic borders.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Fifth most populous nation, home to over 240 million people.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Islamabad is the capital, while Karachi is the largest city.</a:t>
            </a:r>
          </a:p>
        </p:txBody>
      </p:sp>
      <p:pic>
        <p:nvPicPr>
          <p:cNvPr id="4" name="Picture 3" descr="Introduction_to_Pakist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0132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1E1E"/>
                </a:solidFill>
              </a:defRPr>
            </a:pPr>
            <a:r>
              <a:t>History and 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Gained independence from British rule on August 14, 1947.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Founded by Muhammad Ali Jinnah as a sovereign nation.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Cradle of the ancient, 5000-year-old Indus Valley Civilization.</a:t>
            </a:r>
          </a:p>
        </p:txBody>
      </p:sp>
      <p:pic>
        <p:nvPicPr>
          <p:cNvPr id="4" name="Picture 3" descr="History_and_Independ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0179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1E1E"/>
                </a:solidFill>
              </a:defRPr>
            </a:pPr>
            <a:r>
              <a:t>Rich Cultural Diversity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Urdu is the national language, widely spoken alongside English.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Vibrant cultural mix of Punjabi, Pashtun, Sindhi, and Balochi heritages.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Famous globally for Sufi music, exquisite cuisine, and truck art.</a:t>
            </a:r>
          </a:p>
        </p:txBody>
      </p:sp>
      <p:pic>
        <p:nvPicPr>
          <p:cNvPr id="4" name="Picture 3" descr="Rich_Cultural_Divers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1924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1E1E"/>
                </a:solidFill>
              </a:defRPr>
            </a:pPr>
            <a:r>
              <a:t>Economy and Key Industries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Agriculture drives the economy, employing a vast workforce.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Major global exporter of textiles, surgical instruments, and sports goods.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Rapidly expanding digital economy and IT freelance sector.</a:t>
            </a:r>
          </a:p>
        </p:txBody>
      </p:sp>
      <p:pic>
        <p:nvPicPr>
          <p:cNvPr id="4" name="Picture 3" descr="Economy_and_Key_Industri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0132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1E1E"/>
                </a:solidFill>
              </a:defRPr>
            </a:pPr>
            <a:r>
              <a:t>Tourism and Natural Wonders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Home to K2, the world's second-highest mountain peak.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Diverse landscapes spanning from northern glaciers to southern deserts.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Rich in UNESCO World Heritage sites and ancient forts.</a:t>
            </a:r>
          </a:p>
        </p:txBody>
      </p:sp>
      <p:pic>
        <p:nvPicPr>
          <p:cNvPr id="4" name="Picture 3" descr="Tourism_and_Natural_Wond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4023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