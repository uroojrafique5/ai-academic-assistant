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F4C75"/>
                </a:solidFill>
              </a:defRPr>
            </a:pPr>
            <a:r>
              <a:t>Understanding the Modern Student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Understanding_the_Modern_Stu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440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Diverse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Gen Z and Alpha generational characteristics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Varying cultural and socioeconomic backgrounds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Increasing enrollment of adult and lifelong learners</a:t>
            </a:r>
          </a:p>
        </p:txBody>
      </p:sp>
      <p:pic>
        <p:nvPicPr>
          <p:cNvPr id="4" name="Picture 3" descr="Diverse_Demograph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Learning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Strong preference for active, hands-on learning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Seamless integration of digital tools and multimedia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Growing demand for flexible, hybrid study options</a:t>
            </a:r>
          </a:p>
        </p:txBody>
      </p:sp>
      <p:pic>
        <p:nvPicPr>
          <p:cNvPr id="4" name="Picture 3" descr="Learning_P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74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Rising costs of tuition and living expenses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Academic pressure leading to mental health concerns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Difficulty balancing work, life, and study commitments</a:t>
            </a:r>
          </a:p>
        </p:txBody>
      </p:sp>
      <p:pic>
        <p:nvPicPr>
          <p:cNvPr id="4" name="Picture 3" descr="Key_Challen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Technological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Widespread adoption of AI and educational software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Heavy reliance on mobile apps for collaboration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Critical need for continuous digital literacy training</a:t>
            </a:r>
          </a:p>
        </p:txBody>
      </p:sp>
      <p:pic>
        <p:nvPicPr>
          <p:cNvPr id="4" name="Picture 3" descr="Technological_Integ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Career Aspirations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High focus on practical skills and employability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Strong interest in entrepreneurial and gig-economy paths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Value placed on social responsibility in future careers</a:t>
            </a:r>
          </a:p>
        </p:txBody>
      </p:sp>
      <p:pic>
        <p:nvPicPr>
          <p:cNvPr id="4" name="Picture 3" descr="Career_Aspir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8199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4C75"/>
                </a:solidFill>
              </a:defRPr>
            </a:pPr>
            <a:r>
              <a:t>Supporting Student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Providing accessible and proactive mental health resources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Expanding financial aid and flexible payment options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Fostering inclusive and supportive learning communities</a:t>
            </a:r>
          </a:p>
        </p:txBody>
      </p:sp>
      <p:pic>
        <p:nvPicPr>
          <p:cNvPr id="4" name="Picture 3" descr="Supporting_Student_Succ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9991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