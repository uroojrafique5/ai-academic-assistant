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F4C75"/>
                </a:solidFill>
              </a:defRPr>
            </a:pPr>
            <a:r>
              <a:t>Understanding HTML: The Backbone of the Web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Introduction to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Stands for HyperText Markup Language.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The standard markup language for creating web pages.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Uses elements and tags to structure web content.</a:t>
            </a:r>
          </a:p>
        </p:txBody>
      </p:sp>
      <p:pic>
        <p:nvPicPr>
          <p:cNvPr id="4" name="Picture 3" descr="Introduction_to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Core HTML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Headings and paragraphs organize text content logically.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Anchor tags create hyperlinks to connect web pages.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Image tags embed visual media into the document.</a:t>
            </a:r>
          </a:p>
        </p:txBody>
      </p:sp>
      <p:pic>
        <p:nvPicPr>
          <p:cNvPr id="4" name="Picture 3" descr="Core_HTML_Ele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1264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HTML5 and Modern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Introduced semantic tags like header, nav, and section.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Supports native audio and video playback without plugins.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Includes advanced form inputs like date pickers and sliders.</a:t>
            </a:r>
          </a:p>
        </p:txBody>
      </p:sp>
      <p:pic>
        <p:nvPicPr>
          <p:cNvPr id="4" name="Picture 3" descr="HTML5_and_Modern_W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The Web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HTML provides structure, CSS adds style, JavaScript adds interactivity.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Browsers parse HTML to build the Document Object Model.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Proper semantic HTML improves SEO and web accessibility.</a:t>
            </a:r>
          </a:p>
        </p:txBody>
      </p:sp>
      <p:pic>
        <p:nvPicPr>
          <p:cNvPr id="4" name="Picture 3" descr="The_Web_Ecosyst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