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78281F"/>
                </a:solidFill>
              </a:defRPr>
            </a:pPr>
            <a:r>
              <a:t>How AI is Changing the World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How_AI_is_Changing_the_Wor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2440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Revolutionizing Healthcare and Medicine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Accelerating drug discovery through predictive modeling.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Improving diagnostic accuracy with advanced imaging analysis.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Personalizing patient treatment plans for better outcomes.</a:t>
            </a:r>
          </a:p>
        </p:txBody>
      </p:sp>
      <p:pic>
        <p:nvPicPr>
          <p:cNvPr id="4" name="Picture 3" descr="Revolutionizing_Healthcare_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Transforming the Future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Automating repetitive tasks to increase productivity.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Creating new job roles in AI development and oversight.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Enhancing human collaboration with smart virtual assistants.</a:t>
            </a:r>
          </a:p>
        </p:txBody>
      </p:sp>
      <p:pic>
        <p:nvPicPr>
          <p:cNvPr id="4" name="Picture 3" descr="Transforming_the_Future_of_W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18388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AI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Powering smart home devices for increased energy efficiency.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Personalizing streaming and shopping recommendations instantly.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Optimizing daily commutes using real-time traffic analysis.</a:t>
            </a:r>
          </a:p>
        </p:txBody>
      </p:sp>
      <p:pic>
        <p:nvPicPr>
          <p:cNvPr id="4" name="Picture 3" descr="AI_in_Everyday_Li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13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Combating Climate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Optimizing power grids to reduce global energy waste.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Monitoring deforestation and wildlife patterns via satellite data.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Predicting natural disasters to improve emergency response times.</a:t>
            </a:r>
          </a:p>
        </p:txBody>
      </p:sp>
      <p:pic>
        <p:nvPicPr>
          <p:cNvPr id="4" name="Picture 3" descr="Combating_Climate_Cha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39332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78281F"/>
                </a:solidFill>
              </a:defRPr>
            </a:pPr>
            <a:r>
              <a:t>Shaping an Ethical AI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6281E"/>
                </a:solidFill>
              </a:defRPr>
            </a:pPr>
            <a:r>
              <a:t>Addressing algorithmic bias to ensure fair decision-making.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Establishing global regulations for safe AI deployment.</a:t>
            </a:r>
          </a:p>
          <a:p>
            <a:pPr>
              <a:defRPr sz="2000">
                <a:solidFill>
                  <a:srgbClr val="46281E"/>
                </a:solidFill>
              </a:defRPr>
            </a:pPr>
            <a:r>
              <a:t>Securing personal data privacy in an automated world.</a:t>
            </a:r>
          </a:p>
        </p:txBody>
      </p:sp>
      <p:pic>
        <p:nvPicPr>
          <p:cNvPr id="4" name="Picture 3" descr="Shaping_an_Ethical_AI_Fu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45920"/>
            <a:ext cx="3017520" cy="20038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