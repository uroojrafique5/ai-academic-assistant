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The Essence of Humanity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The_Essence_of_Human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5494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What Defines Humanity?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Capacity for empathy, compassion, and deep emotional connection.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Self-awareness and the pursuit of meaning.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The unique ability to create complex languages and cultures.</a:t>
            </a:r>
          </a:p>
        </p:txBody>
      </p:sp>
      <p:pic>
        <p:nvPicPr>
          <p:cNvPr id="4" name="Picture 3" descr="What_Defines_Humanity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310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Built for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We thrive through cooperation, collaboration, and community.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Shared storytelling binds societies across generations.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Empathy allows us to understand diverse perspectives.</a:t>
            </a:r>
          </a:p>
        </p:txBody>
      </p:sp>
      <p:pic>
        <p:nvPicPr>
          <p:cNvPr id="4" name="Picture 3" descr="Built_for_Conn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085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Creative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Art, music, and literature reflect the human soul.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Scientific curiosity drives innovation and discovery.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Imagination allows us to envision a better future.</a:t>
            </a:r>
          </a:p>
        </p:txBody>
      </p:sp>
      <p:pic>
        <p:nvPicPr>
          <p:cNvPr id="4" name="Picture 3" descr="The_Creative_S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Triumph Over Adversity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The capacity to overcome global crises and hardships.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Remarkable adaptability in the face of changing environments.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An enduring hope that fuels progress through dark times.</a:t>
            </a:r>
          </a:p>
        </p:txBody>
      </p:sp>
      <p:pic>
        <p:nvPicPr>
          <p:cNvPr id="4" name="Picture 3" descr="Triumph_Over_Advers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3432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Our Shared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Safeguarding our planet for future generations.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Advocating for human rights, equality, and justice globally.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Balancing technological progress with ethical moral choices.</a:t>
            </a:r>
          </a:p>
        </p:txBody>
      </p:sp>
      <p:pic>
        <p:nvPicPr>
          <p:cNvPr id="4" name="Picture 3" descr="Our_Shared_Responsi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Looking to the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Bridging divides through global cooperation and understanding.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Exploring the cosmos while preserving our earthly home.</a:t>
            </a:r>
          </a:p>
          <a:p>
            <a:pPr>
              <a:defRPr sz="2000">
                <a:solidFill>
                  <a:srgbClr val="DCDCDC"/>
                </a:solidFill>
              </a:defRPr>
            </a:pPr>
            <a:r>
              <a:t>Defining our legacy through kindness and shared progress.</a:t>
            </a:r>
          </a:p>
        </p:txBody>
      </p:sp>
      <p:pic>
        <p:nvPicPr>
          <p:cNvPr id="4" name="Picture 3" descr="Looking_to_the_Horiz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