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0F4C75"/>
                </a:solidFill>
              </a:defRPr>
            </a:pPr>
            <a:r>
              <a:t>The Wonder of Flowers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The_Wonder_of_Flow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4C75"/>
                </a:solidFill>
              </a:defRPr>
            </a:pPr>
            <a:r>
              <a:t>Anatomy of a Flower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Petals attract pollinators with vibrant colors.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The stamen produces pollen for reproduction.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The pistil acts as the female receptive organ.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Sepals protect the bud before it opens.</a:t>
            </a:r>
          </a:p>
        </p:txBody>
      </p:sp>
      <p:pic>
        <p:nvPicPr>
          <p:cNvPr id="4" name="Picture 3" descr="Anatomy_of_a_Flow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19991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4C75"/>
                </a:solidFill>
              </a:defRPr>
            </a:pPr>
            <a:r>
              <a:t>Ecological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Flowers provide essential food for pollinators.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They facilitate plant reproduction and biodiversity.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Many species support global agricultural food chains.</a:t>
            </a:r>
          </a:p>
        </p:txBody>
      </p:sp>
      <p:pic>
        <p:nvPicPr>
          <p:cNvPr id="4" name="Picture 3" descr="Ecological_Importa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0132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4C75"/>
                </a:solidFill>
              </a:defRPr>
            </a:pPr>
            <a:r>
              <a:t>Cultural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Red roses universally symbolize love and passion.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Flowers play key roles in global celebrations.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They supply essential oils for perfumes and medicines.</a:t>
            </a:r>
          </a:p>
        </p:txBody>
      </p:sp>
      <p:pic>
        <p:nvPicPr>
          <p:cNvPr id="4" name="Picture 3" descr="Cultural_Significa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0132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4C75"/>
                </a:solidFill>
              </a:defRPr>
            </a:pPr>
            <a:r>
              <a:t>Fascinating Flower 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The Rafflesia is the world's largest flower.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Sunflowers track the sun's movement daily.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Some flowers bloom only during the night.</a:t>
            </a:r>
          </a:p>
        </p:txBody>
      </p:sp>
      <p:pic>
        <p:nvPicPr>
          <p:cNvPr id="4" name="Picture 3" descr="Fascinating_Flower_Fa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0132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