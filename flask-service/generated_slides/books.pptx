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E1E1E"/>
                </a:solidFill>
              </a:defRPr>
            </a:pPr>
            <a:r>
              <a:t>The Power of Books: History, Mind, and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The Evolution of the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Clay tablets and papyrus scrolls were the earliest written records.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The Gutenberg press revolutionized book production in the 15th century.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E-books and audiobooks have redefined modern reading habits.</a:t>
            </a:r>
          </a:p>
        </p:txBody>
      </p:sp>
      <p:pic>
        <p:nvPicPr>
          <p:cNvPr id="4" name="Picture 3" descr="The_Evolution_of_the_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Cognitive Benefits of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Reading regularly reduces stress and promotes mental relaxation.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It strengthens brain connectivity and enhances memory retention.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Exposure to diverse stories builds empathy and social intelligence.</a:t>
            </a:r>
          </a:p>
        </p:txBody>
      </p:sp>
      <p:pic>
        <p:nvPicPr>
          <p:cNvPr id="4" name="Picture 3" descr="Cognitive_Benefits_of_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Major Literary Genres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Fiction spans fantasy, mystery, historical drama, and science fiction.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Non-fiction offers biography, history, self-help, and academic research.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Poetry and drama express human emotion through structured prose.</a:t>
            </a:r>
          </a:p>
        </p:txBody>
      </p:sp>
      <p:pic>
        <p:nvPicPr>
          <p:cNvPr id="4" name="Picture 3" descr="Major_Literary_Gen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The Global Book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Traditional publishing remains a multi-billion dollar global market.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Self-publishing platforms empower independent authors to share work.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Local libraries and indie bookstores foster community literacy.</a:t>
            </a:r>
          </a:p>
        </p:txBody>
      </p:sp>
      <p:pic>
        <p:nvPicPr>
          <p:cNvPr id="4" name="Picture 3" descr="The_Global_Book_Indus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08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Cultivating a Reading Habit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Set a daily goal of reading for 15 minutes.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Keep a book nearby to utilize spare moments of time.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Join book clubs to share perspectives and stay motivated.</a:t>
            </a:r>
          </a:p>
        </p:txBody>
      </p:sp>
      <p:pic>
        <p:nvPicPr>
          <p:cNvPr id="4" name="Picture 3" descr="Cultivating_a_Reading_Hab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4291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