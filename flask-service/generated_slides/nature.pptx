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The Wonders of Our Natural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The_Wonders_of_Our_Natural_W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440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Diverse Ecosystems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Forests produce oxygen and regulate the global climate.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Oceans support millions of unique marine species.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Deserts showcase incredible evolutionary adaptations.</a:t>
            </a:r>
          </a:p>
        </p:txBody>
      </p:sp>
      <p:pic>
        <p:nvPicPr>
          <p:cNvPr id="4" name="Picture 3" descr="Diverse_Ecosyste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9991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Flora and Fauna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Plants convert sunlight into usable energy.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Animals maintain the balance of food chains.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Microorganisms decompose waste and enrich the soil.</a:t>
            </a:r>
          </a:p>
        </p:txBody>
      </p:sp>
      <p:pic>
        <p:nvPicPr>
          <p:cNvPr id="4" name="Picture 3" descr="Flora_and_Fau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Crucial Natural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Freshwater sustains all terrestrial life forms.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Fertile soil enables agriculture and food security.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Renewable energy sources power modern society cleanly.</a:t>
            </a:r>
          </a:p>
        </p:txBody>
      </p:sp>
      <p:pic>
        <p:nvPicPr>
          <p:cNvPr id="4" name="Picture 3" descr="Crucial_Natural_Resour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267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Threats to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Deforestation destroys critical wildlife habitats.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Pollution poisons air, water, and soil systems.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Climate change alters global weather patterns rapidly.</a:t>
            </a:r>
          </a:p>
        </p:txBody>
      </p:sp>
      <p:pic>
        <p:nvPicPr>
          <p:cNvPr id="4" name="Picture 3" descr="Threats_to_the_Environ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6973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Conservation and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Reforestation restores damaged ecological landscapes.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Sustainable practices preserve resources for future generations.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Protected areas safeguard endangered plant and animal species.</a:t>
            </a:r>
          </a:p>
        </p:txBody>
      </p:sp>
      <p:pic>
        <p:nvPicPr>
          <p:cNvPr id="4" name="Picture 3" descr="Conservation_and_Prot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