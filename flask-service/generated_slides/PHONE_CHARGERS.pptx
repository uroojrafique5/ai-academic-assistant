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4C75"/>
                </a:solidFill>
              </a:defRPr>
            </a:pPr>
            <a:r>
              <a:t>Phone Chargers: Types, Technology &amp; 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Common Types of Phone Chargers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USB-A: Traditional standard found in older phone models.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USB-C: Universal fast-charging standard for modern smartphones.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Lightning: Legacy proprietary connector used in older iPhones.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Wireless Qi: Cable-free charging using magnetic induction technology.</a:t>
            </a:r>
          </a:p>
        </p:txBody>
      </p:sp>
      <p:pic>
        <p:nvPicPr>
          <p:cNvPr id="4" name="Picture 3" descr="Common_Types_of_Phone_Charg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Understanding Fast Charging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Delivers higher wattage to recharge batteries significantly faster.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USB Power Delivery (PD) standardizes high-speed charging safely.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Smart chips adjust power output to prevent battery overheating.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Requires compatible phone, cable, and power adapter together.</a:t>
            </a:r>
          </a:p>
        </p:txBody>
      </p:sp>
      <p:pic>
        <p:nvPicPr>
          <p:cNvPr id="4" name="Picture 3" descr="Understanding_Fast_Charg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6973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Best Practices for Battery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Use certified chargers to prevent electrical hazards and damage.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Avoid extreme heat while charging your smartphone device.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Keep battery levels between 20% and 80% routinely.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Unplug cables gently to prevent physical port damage.</a:t>
            </a:r>
          </a:p>
        </p:txBody>
      </p:sp>
      <p:pic>
        <p:nvPicPr>
          <p:cNvPr id="4" name="Picture 3" descr="Best_Practices_for_Battery_H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